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embeddedFontLs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Kanit Light" panose="020B0604020202020204" charset="-34"/>
      <p:regular r:id="rId22"/>
    </p:embeddedFont>
    <p:embeddedFont>
      <p:font typeface="Martel Sans" panose="020B0604020202020204" charset="0"/>
      <p:regular r:id="rId23"/>
    </p:embeddedFont>
    <p:embeddedFont>
      <p:font typeface="Martel Sans Bold" panose="020B0604020202020204" charset="0"/>
      <p:regular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576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4F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Pashvinder/Student-Profile-Management-Syste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556121"/>
            <a:ext cx="645005" cy="645021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61475" y="1484610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Nodus</a:t>
            </a:r>
            <a:endParaRPr lang="en-US" sz="3700" b="1" dirty="0"/>
          </a:p>
        </p:txBody>
      </p:sp>
      <p:sp>
        <p:nvSpPr>
          <p:cNvPr id="5" name="Text 1"/>
          <p:cNvSpPr/>
          <p:nvPr/>
        </p:nvSpPr>
        <p:spPr>
          <a:xfrm>
            <a:off x="661475" y="2150864"/>
            <a:ext cx="629686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Profile Management System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661475" y="2729607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Frontend Engineering II — Course Assessment Project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661475" y="3759696"/>
            <a:ext cx="6296860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Presented By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: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-Pashvinder(Team Leader)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-Anushka Sahrawat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-Kartavya Garg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-Kartik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661475" y="548441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11684"/>
            <a:ext cx="6296860" cy="110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The Problem with Student Data Tools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2117725"/>
            <a:ext cx="2932337" cy="1647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Most student data platforms are </a:t>
            </a:r>
            <a:r>
              <a:rPr lang="en-US" sz="13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dry, form-heavy CRUD systems</a:t>
            </a: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built to store data, not to tell a story. Colleges lack a unified, engaging way to view, manage, and explore student journeys.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298148" y="2304554"/>
            <a:ext cx="2666536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Colleges deserve more than a spreadsheet with a login screen.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4032348" y="2155130"/>
            <a:ext cx="19050" cy="1122759"/>
          </a:xfrm>
          <a:prstGeom prst="roundRect">
            <a:avLst>
              <a:gd name="adj" fmla="val 49999"/>
            </a:avLst>
          </a:prstGeom>
          <a:solidFill>
            <a:srgbClr val="43706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101802"/>
            <a:ext cx="1988195" cy="214451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3923" y="4298057"/>
            <a:ext cx="1519497" cy="553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Fragmented Data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933923" y="4951512"/>
            <a:ext cx="1519497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single view connects academics, skills, and milestones.</a:t>
            </a:r>
            <a:endParaRPr lang="en-US" sz="13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15758" y="4101802"/>
            <a:ext cx="1988195" cy="214451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088206" y="4298057"/>
            <a:ext cx="1519497" cy="553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Zero Engagement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3088206" y="4951512"/>
            <a:ext cx="1519497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Static tables don't motivate students or faculty.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70041" y="4101802"/>
            <a:ext cx="1988294" cy="214451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242488" y="4298057"/>
            <a:ext cx="1519596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No Insight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5242488" y="4674592"/>
            <a:ext cx="1519596" cy="1098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Raw records don't surface trends or career signals.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3134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Introducing Nodus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50001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 student data platform that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actually feels like a product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intuitive, visual, and purpose-built for the modern campus.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56832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Frontend-Only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856832" y="3619103"/>
            <a:ext cx="310616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Built entirely with HTML, CSS, and vanilla JavaScript — no backend required, fully self-contained.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42716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 Persistence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4542716" y="3619103"/>
            <a:ext cx="310616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All student data lives in the browser via localStorage, surviving refreshes and restarts with zero server dependency.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3015059"/>
            <a:ext cx="3496877" cy="2311499"/>
          </a:xfrm>
          <a:prstGeom prst="roundRect">
            <a:avLst>
              <a:gd name="adj" fmla="val 3434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228600" y="3210421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Right-Scoped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8228600" y="3619103"/>
            <a:ext cx="3106164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 frontend-only approach is the ideal scope for this assessment — demonstrating mastery of DOM, state, and UX without backend complexity.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2356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Tech Stack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192238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75723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HTML5 &amp; CSS3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275723" y="266580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Semantic markup and modern styling form the structural and visual foundation.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192238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77383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Vanilla JavaScript ES6+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977383" y="2665809"/>
            <a:ext cx="2851178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Modules, arrow functions, destructuring — modern JS without any framework overhead.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192238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79042" y="225712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679042" y="266580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JSON.stringify / JSON.parse power a lightweight, browser-native data persistence layer.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253508"/>
            <a:ext cx="378014" cy="37802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75723" y="431839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GROQ API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1275723" y="472707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Drives AI-powered features — career prediction and smart teammate matching.</a:t>
            </a:r>
            <a:endParaRPr lang="en-US" sz="14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63135" y="4253508"/>
            <a:ext cx="378014" cy="37802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977383" y="431839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Vercel / GitHub Pages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4977383" y="4727079"/>
            <a:ext cx="28511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One-click deployment — publicly accessible with no build step required.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System Architecture</a:t>
            </a:r>
            <a:endParaRPr lang="en-US" sz="1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09538"/>
            <a:ext cx="10868745" cy="593119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7679" y="3494603"/>
            <a:ext cx="2249146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Login Routing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4967679" y="3872522"/>
            <a:ext cx="2249146" cy="353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Role-based checks on every load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8561081" y="2254273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Students List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440778" y="2632191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View all students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259204" y="5183466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Profile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138901" y="5561385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Individual student page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552116" y="1678896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Dashboard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1431813" y="2056814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Overview after login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247247" y="5654229"/>
            <a:ext cx="2353757" cy="2942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Battle Mode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126944" y="6032148"/>
            <a:ext cx="2594363" cy="176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Compare student data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61475" y="6893818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Authentication state is read from localStorage on every page load. Unauthorized roles are redirected immediately — enforcing access control without a server.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6812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Core &amp; Profile Features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431256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Student Management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915543"/>
            <a:ext cx="5203794" cy="1710333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Add / Edit / Delete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students with client-side form validation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Search &amp; Filter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by name, branch, CGPA, and semester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Sort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by CGPA, name, or date added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CSV Import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for bulk data upload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332776" y="2431256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Rich Profile View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332776" y="2915543"/>
            <a:ext cx="5203794" cy="2508250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🪪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Exportable Profile Card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— shareable student summary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5484"/>
            <a:ext cx="10868745" cy="479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Home Page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56682" y="1314748"/>
            <a:ext cx="6007247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i="1" dirty="0">
                <a:solidFill>
                  <a:srgbClr val="030303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Laptop View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677690"/>
            <a:ext cx="5397663" cy="2475012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r="2730"/>
          <a:stretch>
            <a:fillRect/>
          </a:stretch>
        </p:blipFill>
        <p:spPr>
          <a:xfrm>
            <a:off x="661476" y="4292997"/>
            <a:ext cx="5250324" cy="155436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61475" y="5987653"/>
            <a:ext cx="6007247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6135336" y="1314748"/>
            <a:ext cx="3188513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i="1" dirty="0">
                <a:solidFill>
                  <a:srgbClr val="030303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                          Mobile View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0128" y="1677690"/>
            <a:ext cx="2431592" cy="390584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400047" y="1314748"/>
            <a:ext cx="275225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0047" y="1677690"/>
            <a:ext cx="1911104" cy="258197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EEBCA7-F031-58A4-B999-097E1747CE72}"/>
              </a:ext>
            </a:extLst>
          </p:cNvPr>
          <p:cNvCxnSpPr/>
          <p:nvPr/>
        </p:nvCxnSpPr>
        <p:spPr>
          <a:xfrm>
            <a:off x="6260841" y="1314748"/>
            <a:ext cx="0" cy="453261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5986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Responsive Home Page — Desktop &amp; Mobile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28540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The landing page (</a:t>
            </a:r>
            <a:r>
              <a:rPr lang="en-US" sz="145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"Manage Every Student. Smarter."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) is fully responsive — built with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Flexbox, CSS Grid, and media queries</a:t>
            </a: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, zero frameworks.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3135015"/>
            <a:ext cx="577022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Desktop View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619302"/>
            <a:ext cx="5770220" cy="2012752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Full nav bar: Home, Manage, Battle, Report &amp; more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Hero headline: </a:t>
            </a:r>
            <a:r>
              <a:rPr lang="en-US" sz="14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"Monitor Skill Development"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Dashboard preview with live stats — total students, avg CGPA, branches, top performers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How-It-Works strip: Add Students → Compare &amp; Analyze → Track Progress → Top Performers → Export &amp; Share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763077" y="2946003"/>
            <a:ext cx="4909519" cy="2752130"/>
          </a:xfrm>
          <a:prstGeom prst="roundRect">
            <a:avLst>
              <a:gd name="adj" fmla="val 4945"/>
            </a:avLst>
          </a:prstGeom>
          <a:solidFill>
            <a:srgbClr val="16653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952084" y="3135015"/>
            <a:ext cx="45315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Mobile View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952084" y="3619302"/>
            <a:ext cx="4531505" cy="2012752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Nav links stack vertically at top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Headline adapts to </a:t>
            </a:r>
            <a:r>
              <a:rPr lang="en-US" sz="1450" b="1" dirty="0">
                <a:solidFill>
                  <a:srgbClr val="FFFFFF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"Compare Student Growth"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Dashboard preview reflows below the fold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Same green-and-white design language — fully adapted to narrow viewports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41921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SignUp/In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23219"/>
            <a:ext cx="5203794" cy="2969221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776" y="2423219"/>
            <a:ext cx="5203794" cy="29801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5528" y="25945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Code Walkthrough — Sign Up &amp; Validation</a:t>
            </a:r>
            <a:endParaRPr lang="en-US" sz="2800" b="1" dirty="0"/>
          </a:p>
        </p:txBody>
      </p:sp>
      <p:sp>
        <p:nvSpPr>
          <p:cNvPr id="3" name="Text 1"/>
          <p:cNvSpPr/>
          <p:nvPr/>
        </p:nvSpPr>
        <p:spPr>
          <a:xfrm>
            <a:off x="661475" y="1007374"/>
            <a:ext cx="4764068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Sign Up Form Fields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1475" y="1217017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61475" y="1364853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6" name="Text 4"/>
          <p:cNvSpPr/>
          <p:nvPr/>
        </p:nvSpPr>
        <p:spPr>
          <a:xfrm>
            <a:off x="661475" y="1437481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Full Name, Email, Username, Phone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1475" y="1668959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61475" y="1816795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9" name="Text 7"/>
          <p:cNvSpPr/>
          <p:nvPr/>
        </p:nvSpPr>
        <p:spPr>
          <a:xfrm>
            <a:off x="661475" y="1889423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Password + Confirm Password (strength-checked)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475" y="2120900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1475" y="2268736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12" name="Text 10"/>
          <p:cNvSpPr/>
          <p:nvPr/>
        </p:nvSpPr>
        <p:spPr>
          <a:xfrm>
            <a:off x="661475" y="2341364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 selection — </a:t>
            </a:r>
            <a:r>
              <a:rPr lang="en-US" sz="10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Admin</a:t>
            </a: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or </a:t>
            </a:r>
            <a:r>
              <a:rPr lang="en-US" sz="1050" b="1" dirty="0">
                <a:solidFill>
                  <a:srgbClr val="2C3249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</a:rPr>
              <a:t>Viewer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1475" y="2572841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1475" y="2720677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15" name="Text 13"/>
          <p:cNvSpPr/>
          <p:nvPr/>
        </p:nvSpPr>
        <p:spPr>
          <a:xfrm>
            <a:off x="661475" y="2793305"/>
            <a:ext cx="4764068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Terms &amp; Conditions checkbox — required to submit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1475" y="3024783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61475" y="3172619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19" name="Shape 17"/>
          <p:cNvSpPr/>
          <p:nvPr/>
        </p:nvSpPr>
        <p:spPr>
          <a:xfrm>
            <a:off x="5662471" y="1022152"/>
            <a:ext cx="5874000" cy="4876403"/>
          </a:xfrm>
          <a:prstGeom prst="roundRect">
            <a:avLst>
              <a:gd name="adj" fmla="val 81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20" name="Text 18"/>
          <p:cNvSpPr/>
          <p:nvPr/>
        </p:nvSpPr>
        <p:spPr>
          <a:xfrm>
            <a:off x="5775875" y="1116608"/>
            <a:ext cx="5647192" cy="4687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passwordValidation(password) {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passLength = password.length;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hasUpperCase, hasLowercase,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hasNumber, hasSpecial = false;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checks length &gt;= 8, uppercase,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lowercase, number, special char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(passLength &gt;= 8 &amp;&amp; hasUpperCase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&amp;&amp; hasLowercase &amp;&amp; hasNumber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&amp;&amp; hasSpecial) {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true;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validpassword.innerText =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"Requires: 1 Uppercase, 1 Lowercase,"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+ " 1 Number &amp; 1 Special Character";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false;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validUsername(username) {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allUsers =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JSON.parse(localStorage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.getItem("users")) || [];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1475" y="6004719"/>
            <a:ext cx="10868745" cy="250329"/>
          </a:xfrm>
          <a:prstGeom prst="roundRect">
            <a:avLst>
              <a:gd name="adj" fmla="val 15857"/>
            </a:avLst>
          </a:prstGeom>
          <a:solidFill>
            <a:srgbClr val="DFECE9"/>
          </a:solidFill>
          <a:ln/>
        </p:spPr>
        <p:txBody>
          <a:bodyPr/>
          <a:lstStyle/>
          <a:p>
            <a:endParaRPr lang="en-IN" sz="105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075561"/>
            <a:ext cx="118067" cy="9445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968450" y="6075561"/>
            <a:ext cx="110769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backend required — client-side validation + localStorage replaces a traditional auth server entirely.</a:t>
            </a:r>
            <a:endParaRPr lang="en-US" sz="105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44B1E5D-AE0A-F70D-C33B-C5067DD94AC0}"/>
              </a:ext>
            </a:extLst>
          </p:cNvPr>
          <p:cNvSpPr/>
          <p:nvPr/>
        </p:nvSpPr>
        <p:spPr>
          <a:xfrm>
            <a:off x="655529" y="1217017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050" dirty="0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EDA1E3BB-EE6D-788E-6E44-7329C5E971B6}"/>
              </a:ext>
            </a:extLst>
          </p:cNvPr>
          <p:cNvSpPr/>
          <p:nvPr/>
        </p:nvSpPr>
        <p:spPr>
          <a:xfrm>
            <a:off x="655529" y="1364853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29" name="Text 5">
            <a:extLst>
              <a:ext uri="{FF2B5EF4-FFF2-40B4-BE49-F238E27FC236}">
                <a16:creationId xmlns:a16="http://schemas.microsoft.com/office/drawing/2014/main" id="{48162A27-0729-B30D-B444-29469C3C91BF}"/>
              </a:ext>
            </a:extLst>
          </p:cNvPr>
          <p:cNvSpPr/>
          <p:nvPr/>
        </p:nvSpPr>
        <p:spPr>
          <a:xfrm>
            <a:off x="655529" y="1668959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E24129ED-6597-966E-5C2A-BEFBA712D1E6}"/>
              </a:ext>
            </a:extLst>
          </p:cNvPr>
          <p:cNvSpPr/>
          <p:nvPr/>
        </p:nvSpPr>
        <p:spPr>
          <a:xfrm>
            <a:off x="655529" y="1816795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E72E16BF-F644-D9D5-7F39-0AEF9E0E7224}"/>
              </a:ext>
            </a:extLst>
          </p:cNvPr>
          <p:cNvSpPr/>
          <p:nvPr/>
        </p:nvSpPr>
        <p:spPr>
          <a:xfrm>
            <a:off x="655529" y="2120900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05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4A52AB02-5A5C-40A3-EAB8-3D9AFF6C4D80}"/>
              </a:ext>
            </a:extLst>
          </p:cNvPr>
          <p:cNvSpPr/>
          <p:nvPr/>
        </p:nvSpPr>
        <p:spPr>
          <a:xfrm>
            <a:off x="655529" y="2268736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3E8AF88A-E4F9-418A-902D-B0D55B889DE7}"/>
              </a:ext>
            </a:extLst>
          </p:cNvPr>
          <p:cNvSpPr/>
          <p:nvPr/>
        </p:nvSpPr>
        <p:spPr>
          <a:xfrm>
            <a:off x="655529" y="2572841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050" dirty="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BB5014CB-CD61-D38B-B7DA-2CD77ED2E532}"/>
              </a:ext>
            </a:extLst>
          </p:cNvPr>
          <p:cNvSpPr/>
          <p:nvPr/>
        </p:nvSpPr>
        <p:spPr>
          <a:xfrm>
            <a:off x="655529" y="2720677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9BD7A7B6-1EDC-8B63-AC56-6C39DF7FDC2D}"/>
              </a:ext>
            </a:extLst>
          </p:cNvPr>
          <p:cNvSpPr/>
          <p:nvPr/>
        </p:nvSpPr>
        <p:spPr>
          <a:xfrm>
            <a:off x="655529" y="3024783"/>
            <a:ext cx="189007" cy="118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05</a:t>
            </a:r>
            <a:endParaRPr lang="en-US" sz="1050" dirty="0"/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A0AB1798-464E-C72B-9F98-CB3DCF52ECAA}"/>
              </a:ext>
            </a:extLst>
          </p:cNvPr>
          <p:cNvSpPr/>
          <p:nvPr/>
        </p:nvSpPr>
        <p:spPr>
          <a:xfrm>
            <a:off x="655529" y="3172619"/>
            <a:ext cx="4764068" cy="12700"/>
          </a:xfrm>
          <a:prstGeom prst="rect">
            <a:avLst/>
          </a:prstGeom>
          <a:solidFill>
            <a:srgbClr val="437066"/>
          </a:solidFill>
          <a:ln/>
        </p:spPr>
        <p:txBody>
          <a:bodyPr/>
          <a:lstStyle/>
          <a:p>
            <a:endParaRPr lang="en-IN" sz="105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59054B11-3118-A06A-A69A-098648C297A2}"/>
              </a:ext>
            </a:extLst>
          </p:cNvPr>
          <p:cNvSpPr/>
          <p:nvPr/>
        </p:nvSpPr>
        <p:spPr>
          <a:xfrm>
            <a:off x="655529" y="3309329"/>
            <a:ext cx="4764068" cy="539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On success: user object saved to </a:t>
            </a:r>
            <a:r>
              <a:rPr lang="en-US" sz="105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</a:t>
            </a: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as JSON → redirect to sign-in</a:t>
            </a:r>
            <a:endParaRPr lang="en-US" sz="105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52E0CB52-C7B4-5996-1BB4-9BD6B3AF1C4E}"/>
              </a:ext>
            </a:extLst>
          </p:cNvPr>
          <p:cNvSpPr/>
          <p:nvPr/>
        </p:nvSpPr>
        <p:spPr>
          <a:xfrm>
            <a:off x="5650273" y="752007"/>
            <a:ext cx="5874000" cy="5229523"/>
          </a:xfrm>
          <a:prstGeom prst="roundRect">
            <a:avLst>
              <a:gd name="adj" fmla="val 814"/>
            </a:avLst>
          </a:prstGeom>
          <a:solidFill>
            <a:srgbClr val="F2F2F2"/>
          </a:solidFill>
          <a:ln/>
        </p:spPr>
        <p:txBody>
          <a:bodyPr/>
          <a:lstStyle/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passwordValidation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(password) {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passLength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password.length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hasUpperCase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hasLowercase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hasNumber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hasSpecial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false;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checks length &gt;= 8, uppercase,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lowercase, number, special char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passLength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&gt;= 8 &amp;&amp;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hasUpperCase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&amp;&amp;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hasLowercase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&amp;&amp;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hasNumber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&amp;&amp;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hasSpecial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true;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validpassword.innerText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"Requires: 1 Uppercase, 1 Lowercase,"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+ " 1 Number &amp; 1 Special Character";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false;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>
              <a:lnSpc>
                <a:spcPct val="133000"/>
              </a:lnSpc>
            </a:pP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validUsername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(username) {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allUsers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localStorage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getItem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("users")) || [];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(let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0;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allUsers.length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 {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allUsers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].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username.toLowerCase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===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username.toLowerCase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 {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800" dirty="0" err="1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usernameMessage.innerText</a:t>
            </a: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"Username already exists";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false;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true;</a:t>
            </a:r>
            <a:endParaRPr lang="en-US" sz="800" dirty="0"/>
          </a:p>
          <a:p>
            <a:pPr>
              <a:lnSpc>
                <a:spcPct val="133000"/>
              </a:lnSpc>
            </a:pPr>
            <a:r>
              <a:rPr lang="en-US" sz="8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0B88F16F-5453-8323-6AA3-5A5BB13244F3}"/>
              </a:ext>
            </a:extLst>
          </p:cNvPr>
          <p:cNvSpPr/>
          <p:nvPr/>
        </p:nvSpPr>
        <p:spPr>
          <a:xfrm>
            <a:off x="5769929" y="1116608"/>
            <a:ext cx="5647192" cy="4687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050" dirty="0"/>
          </a:p>
        </p:txBody>
      </p:sp>
      <p:sp>
        <p:nvSpPr>
          <p:cNvPr id="43" name="Shape 19">
            <a:extLst>
              <a:ext uri="{FF2B5EF4-FFF2-40B4-BE49-F238E27FC236}">
                <a16:creationId xmlns:a16="http://schemas.microsoft.com/office/drawing/2014/main" id="{47900C24-B36B-58D4-E68C-0C02A56F817A}"/>
              </a:ext>
            </a:extLst>
          </p:cNvPr>
          <p:cNvSpPr/>
          <p:nvPr/>
        </p:nvSpPr>
        <p:spPr>
          <a:xfrm>
            <a:off x="655529" y="6004719"/>
            <a:ext cx="10868745" cy="250329"/>
          </a:xfrm>
          <a:prstGeom prst="roundRect">
            <a:avLst>
              <a:gd name="adj" fmla="val 15857"/>
            </a:avLst>
          </a:prstGeom>
          <a:solidFill>
            <a:srgbClr val="DFECE9"/>
          </a:solidFill>
          <a:ln/>
        </p:spPr>
        <p:txBody>
          <a:bodyPr/>
          <a:lstStyle/>
          <a:p>
            <a:endParaRPr lang="en-IN" sz="1050"/>
          </a:p>
        </p:txBody>
      </p:sp>
      <p:pic>
        <p:nvPicPr>
          <p:cNvPr id="44" name="Image 0" descr="preencoded.png">
            <a:extLst>
              <a:ext uri="{FF2B5EF4-FFF2-40B4-BE49-F238E27FC236}">
                <a16:creationId xmlns:a16="http://schemas.microsoft.com/office/drawing/2014/main" id="{FDB6FDE3-AD75-EF96-0C8A-22C82F409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83" y="6075561"/>
            <a:ext cx="118067" cy="94456"/>
          </a:xfrm>
          <a:prstGeom prst="rect">
            <a:avLst/>
          </a:prstGeom>
        </p:spPr>
      </p:pic>
      <p:sp>
        <p:nvSpPr>
          <p:cNvPr id="45" name="Text 20">
            <a:extLst>
              <a:ext uri="{FF2B5EF4-FFF2-40B4-BE49-F238E27FC236}">
                <a16:creationId xmlns:a16="http://schemas.microsoft.com/office/drawing/2014/main" id="{B0BE19C7-F9F5-AC2E-15F3-FFE7D154AC32}"/>
              </a:ext>
            </a:extLst>
          </p:cNvPr>
          <p:cNvSpPr/>
          <p:nvPr/>
        </p:nvSpPr>
        <p:spPr>
          <a:xfrm>
            <a:off x="962504" y="6075561"/>
            <a:ext cx="110769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 backend required — client-side validation + localStorage replaces a traditional auth server entirely.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961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913507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Standout Features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787624"/>
            <a:ext cx="6296860" cy="19838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96451" y="1929408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1750" dirty="0"/>
          </a:p>
        </p:txBody>
      </p:sp>
      <p:sp>
        <p:nvSpPr>
          <p:cNvPr id="6" name="Text 2"/>
          <p:cNvSpPr/>
          <p:nvPr/>
        </p:nvSpPr>
        <p:spPr>
          <a:xfrm>
            <a:off x="875881" y="2543572"/>
            <a:ext cx="586804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Career Path Predictor</a:t>
            </a:r>
            <a:endParaRPr lang="en-US" sz="1850" dirty="0"/>
          </a:p>
        </p:txBody>
      </p:sp>
      <p:sp>
        <p:nvSpPr>
          <p:cNvPr id="7" name="Text 3"/>
          <p:cNvSpPr/>
          <p:nvPr/>
        </p:nvSpPr>
        <p:spPr>
          <a:xfrm>
            <a:off x="875881" y="2952254"/>
            <a:ext cx="586804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GROQ AI reads a student's full profile and recommends career roles plus personalized skill gap analysis.</a:t>
            </a:r>
            <a:endParaRPr lang="en-US" sz="14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960515"/>
            <a:ext cx="6296860" cy="198387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96451" y="4102298"/>
            <a:ext cx="226808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875881" y="4716463"/>
            <a:ext cx="586804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🧩</a:t>
            </a: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Battle Mode 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75881" y="5125145"/>
            <a:ext cx="586804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/>
              <a:t>Compete with your friends and collegemates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64468"/>
            <a:ext cx="6296860" cy="415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Future Improvisations</a:t>
            </a:r>
            <a:endParaRPr lang="en-US" sz="2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219895"/>
            <a:ext cx="6296860" cy="130919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730135" y="131951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813375" y="1751409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🔍</a:t>
            </a:r>
            <a:r>
              <a:rPr lang="en-US" sz="1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Advanced Filter &amp; Sort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813375" y="2015034"/>
            <a:ext cx="5993059" cy="36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Multi-field filtering — combine branch + CGPA + semester together, with saved filter presets for quick reuse.</a:t>
            </a:r>
            <a:endParaRPr lang="en-US" sz="10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2622451"/>
            <a:ext cx="6296860" cy="112811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30135" y="2722066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813375" y="3153966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📥</a:t>
            </a: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Smarter CSV Import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813375" y="3417590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Schema validation, duplicate detection, and an error preview before committing bulk data.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843933"/>
            <a:ext cx="6296860" cy="112811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730135" y="3943548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1250" dirty="0"/>
          </a:p>
        </p:txBody>
      </p:sp>
      <p:sp>
        <p:nvSpPr>
          <p:cNvPr id="14" name="Text 8"/>
          <p:cNvSpPr/>
          <p:nvPr/>
        </p:nvSpPr>
        <p:spPr>
          <a:xfrm>
            <a:off x="813375" y="4375448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🎬</a:t>
            </a: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Enhanced Semester Wrapped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813375" y="4639072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Shareable social-card export plus year-over-year comparison to track growth across semesters.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5065415"/>
            <a:ext cx="6296860" cy="1128117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730135" y="516503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813375" y="5596930"/>
            <a:ext cx="5993059" cy="207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⚔️</a:t>
            </a:r>
            <a:r>
              <a:rPr lang="en-US" sz="13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Battle Mode 2.0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813375" y="5860554"/>
            <a:ext cx="5993059" cy="181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0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Group battles (3+ students at once) with leaderboard integration for class-wide comparisons.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Role-Based Access &amp; Data Persistence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1132"/>
            <a:ext cx="5315512" cy="53156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4707" y="2449669"/>
            <a:ext cx="5315513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localStorage as a Database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214707" y="2900575"/>
            <a:ext cx="5233954" cy="6077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All student records are serialized with </a:t>
            </a:r>
            <a:r>
              <a:rPr lang="en-US" sz="120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JSON.stringify</a:t>
            </a: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and restored with </a:t>
            </a:r>
            <a:r>
              <a:rPr lang="en-US" sz="1200" dirty="0">
                <a:solidFill>
                  <a:srgbClr val="2C32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JSON.parse</a:t>
            </a: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. Data survives page refreshes, tab closures, and browser restarts — no server, no sync required.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221058" y="3741241"/>
            <a:ext cx="5507522" cy="633329"/>
          </a:xfrm>
          <a:prstGeom prst="roundRect">
            <a:avLst>
              <a:gd name="adj" fmla="val 15929"/>
            </a:avLst>
          </a:prstGeom>
          <a:solidFill>
            <a:srgbClr val="DFECE9"/>
          </a:solidFill>
          <a:ln/>
        </p:spPr>
        <p:txBody>
          <a:bodyPr/>
          <a:lstStyle/>
          <a:p>
            <a:endParaRPr lang="en-IN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489" y="3815755"/>
            <a:ext cx="121738" cy="9743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18309" y="3810694"/>
            <a:ext cx="521191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Role enforcement runs on every page load — there is no unprotected route</a:t>
            </a:r>
          </a:p>
          <a:p>
            <a:pPr marL="0" indent="0" algn="l">
              <a:lnSpc>
                <a:spcPct val="101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in Nodus.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0177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Challenges &amp; Learnings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2365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75723" y="2535337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Simulating Auth Without a Backend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1275723" y="3239294"/>
            <a:ext cx="285117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Implementing login flow and session management purely via localStorage required careful state design to prevent spoofing and unauthorized access.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63135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434025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77383" y="2535337"/>
            <a:ext cx="285117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Cross-Page State Consistency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4977383" y="3239294"/>
            <a:ext cx="2851178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Keeping student data consistent across five separate HTML pages — without a framework's global store — demanded a disciplined read/write contract with localStorage.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64794" y="247044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135684" y="2505869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79042" y="253533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Client-Side Data Integrity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8679042" y="2944019"/>
            <a:ext cx="2851178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Validating, structuring, and sanitizing data without any server-side layer meant building robust validation logic entirely in vanilla JS.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933252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Thank You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1807369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Nodus — built end-to-end with pure frontend technologies, no shortcuts, no frameworks.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661475" y="2624832"/>
            <a:ext cx="3053877" cy="1706662"/>
          </a:xfrm>
          <a:prstGeom prst="roundRect">
            <a:avLst>
              <a:gd name="adj" fmla="val 4652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856832" y="2820194"/>
            <a:ext cx="26631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🔴</a:t>
            </a: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Live Demo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6832" y="3228876"/>
            <a:ext cx="266316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Experience Nodus in action — deployed and ready to explore.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904359" y="2624832"/>
            <a:ext cx="3053976" cy="1706662"/>
          </a:xfrm>
          <a:prstGeom prst="roundRect">
            <a:avLst>
              <a:gd name="adj" fmla="val 4652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4099715" y="2820194"/>
            <a:ext cx="26632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💻</a:t>
            </a: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GitHub Repository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099715" y="3228876"/>
            <a:ext cx="2663262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u="sng" dirty="0">
                <a:solidFill>
                  <a:srgbClr val="437066"/>
                </a:solidFill>
                <a:latin typeface="Martel Sans Bold" pitchFamily="34" charset="0"/>
                <a:ea typeface="Martel Sans Bold" pitchFamily="34" charset="-122"/>
                <a:cs typeface="Martel Sans Bold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github.com/Pashvinder/Student-Profile-Management-System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61475" y="4520505"/>
            <a:ext cx="6296860" cy="1404243"/>
          </a:xfrm>
          <a:prstGeom prst="roundRect">
            <a:avLst>
              <a:gd name="adj" fmla="val 5653"/>
            </a:avLst>
          </a:prstGeom>
          <a:solidFill>
            <a:srgbClr val="DFECE9"/>
          </a:solidFill>
          <a:ln w="6350">
            <a:solidFill>
              <a:srgbClr val="C5D2C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856832" y="4715867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🙋</a:t>
            </a: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Questions Welcome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6832" y="5124549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Happy to walk through any feature, design decision, or code architecture in depth.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437066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1267</Words>
  <Application>Microsoft Office PowerPoint</Application>
  <PresentationFormat>Widescreen</PresentationFormat>
  <Paragraphs>202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Kanit Light</vt:lpstr>
      <vt:lpstr>Consolas</vt:lpstr>
      <vt:lpstr>Martel Sans</vt:lpstr>
      <vt:lpstr>Martel Sans Bold</vt:lpstr>
      <vt:lpstr>Twemoji Mozilla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Pashvinder</dc:creator>
  <cp:lastModifiedBy>Pashvinder Dhiman</cp:lastModifiedBy>
  <cp:revision>4</cp:revision>
  <dcterms:created xsi:type="dcterms:W3CDTF">2026-08-23T10:20:18Z</dcterms:created>
  <dcterms:modified xsi:type="dcterms:W3CDTF">2026-08-23T15:02:42Z</dcterms:modified>
</cp:coreProperties>
</file>